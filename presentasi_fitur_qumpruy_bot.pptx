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58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265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65F2"/>
                </a:solidFill>
              </a:defRPr>
            </a:pPr>
            <a:r>
              <a:t>QUMPRUY BOT — ALL-IN-ONE DISCORD ECOSYSTEM</a:t>
            </a:r>
          </a:p>
          <a:p>
            <a:pPr>
              <a:spcBef>
                <a:spcPts val="1400"/>
              </a:spcBef>
              <a:defRPr sz="3000" b="1">
                <a:solidFill>
                  <a:srgbClr val="FFFFFF"/>
                </a:solidFill>
              </a:defRPr>
            </a:pPr>
            <a:r>
              <a:t>Presentasi Arsitektur Sistem, Fitur Komprehensif &amp; Studi Kasus Nyata</a:t>
            </a:r>
          </a:p>
          <a:p>
            <a:pPr>
              <a:spcBef>
                <a:spcPts val="1600"/>
              </a:spcBef>
              <a:defRPr sz="1400">
                <a:solidFill>
                  <a:srgbClr val="B5BAC1"/>
                </a:solidFill>
              </a:defRPr>
            </a:pPr>
            <a:r>
              <a:t>Sebuah platform bot Discord serba ada yang mengintegrasikan Audio Engine Multi-Platform, Game Tebak Lagu 1500+ Lagu, Sistem Ekonomi Gacha &amp; Tahta Duel, Voice Tracker Cerdas Anti-AFK, serta Dinding Pertahanan Keamanan Tingkat Tinggi (Anti-Phishing, Anti-Malware, Token Protection, Anti-Spam).</a:t>
            </a:r>
          </a:p>
          <a:p>
            <a:pPr>
              <a:spcBef>
                <a:spcPts val="2800"/>
              </a:spcBef>
              <a:defRPr sz="1200" b="1">
                <a:solidFill>
                  <a:srgbClr val="57F287"/>
                </a:solidFill>
              </a:defRPr>
            </a:pPr>
            <a:r>
              <a:t>Developer &amp; Presenter: Dwiyansyah Oktavyudi • Stack: Node.js 22+, discord.js v14, DisTube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ARSITEKTUR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Arsitektur Sistem &amp; Pondasi Rekayasa Perangkat Lunak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8C5F2"/>
                </a:solidFill>
              </a:defRPr>
            </a:pPr>
            <a:r>
              <a:t>Core Engine &amp; Dependencies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Node.js (&gt;=22.12.0) Runtime modern berkinerja tinggi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discord.js v14.26 dengan arsitektur Gateway Intents terbaru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DisTube v5.2.3 Audio Manager terintegrasi extractor Spotify, YouTube, &amp; SoundCloud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@discordjs/voice &amp; sodium-native untuk enkripsi audio Opus ultra-rendah latency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@napi-rs/canvas untuk perenderan grafis profil instan tanpa dependensi C++ eksternal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7F287"/>
                </a:solidFill>
              </a:defRPr>
            </a:pPr>
            <a:r>
              <a:t>Data Layer &amp; Penyimpanan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Atomic File-Based JSON Storage dengan proteksi race-condition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Dual-Directory Fallback: Auto-seed database otomatis dari folder seeds/ saat migrasi server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Pemisahan data modular (gacha_data, voiceStats, settings, timecapsules, jail, events)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Sistem Pencadangan Cloud Database (/backup) sekali klik terenkripsi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In-Memory Sliding Window Caching untuk pelacakan Voice Time &amp; Anti-Spam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EE75C"/>
                </a:solidFill>
              </a:defRPr>
            </a:pPr>
            <a:r>
              <a:t>Prinsip Desain &amp; Eksekusi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100% Slash Commands: Modern, responsif, dan auto-complete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Desain Sleek &amp; Clean: Bebas penumpukan emoji berlebihan, visual minimalis profesional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Ephemeral Isolation: Menu inventori &amp; klaim harian hanya terlihat oleh pengguna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Anti-Clutter Chat: Peringatan bot otomatis terhapus dalam 5-8 detik agar chatroom tetap rapi</a:t>
            </a:r>
          </a:p>
          <a:p>
            <a:pPr>
              <a:spcBef>
                <a:spcPts val="800"/>
              </a:spcBef>
              <a:defRPr sz="1100">
                <a:solidFill>
                  <a:srgbClr val="B5BAC1"/>
                </a:solidFill>
              </a:defRPr>
            </a:pPr>
            <a:r>
              <a:t>• Redirection Cerdas: Mengarahkan eksekusi command ke channel yang tepat dengan tombol navigasi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AUDIO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 1: Mesin Pemutar Musik High-Fidelity (DisTube Engine)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865F2"/>
                </a:solidFill>
              </a:defRPr>
            </a:pPr>
            <a:r>
              <a:t>Playback Multi-Platform &amp; Anti-403 Block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Multi-Platform Support: Pemutaran lancar dari YouTube, Spotify, SoundCloud, dan direct URL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Injeksi YouTube Cookies &amp; Custom User-Agent: Menembus pembatasan HLS 403 Forbidden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Optimasi FFmpeg Native: Streaming audio 64kbps - 320kbps tanpa patah-patah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Interactive Search Menu (/search): Menampilkan 10 hasil pencarian teratas dengan selector menu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Manajemen Antrian Canggih: Shuffle, Loop (Single/Queue), Seek ke detik spesifik, dan Pause/Resume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8C5F2"/>
                </a:solidFill>
              </a:defRPr>
            </a:pPr>
            <a:r>
              <a:t>Mode 24/7 &amp; Filter Equalizer Audio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Mode 24/7 Stay (/q247): Bot tetap siaga di dalam Voice Channel meskipun room kosong atau lagu selesai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Autoplay Otomatis (/autoplay): Bot secara cerdas merekomendasikan dan memutar lagu serupa saat antrian habis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Audio Equalizer (/filter): Pilihan filter audio real-time tanpa jeda: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Bassboost (Dentuman bass menggelegar)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- 8D Audio (Efek suara berputar 360 derajat)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Nightcore (Peningkatan tempo dan pitch energik)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Vaporwave (Tempo melambat dengan reverb sinematik)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Panel Tombol Interaktif Musik: Tombol Play, Pause, Skip, Stop langsung terpasang pada embed lagu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GAME KOMUNITAS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 2: Game Tebak Lagu Suara Interaktif (Music Quiz)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7F287"/>
                </a:solidFill>
              </a:defRPr>
            </a:pPr>
            <a:r>
              <a:t>Gameplay Audio Interaktif 30 Detik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Katalog Raksasa: 1.500+ lagu terverifikasi siap putar tanpa jeda buffering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Genre Super Lengkap: Pop Indonesia, Barat Populer, Anime/J-Pop, K-Pop, Rock Legendaris, hingga Dangdut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Mekanisme Tebak Cerdas: Algoritma Fuzzy Matching Damerau-Levenshtein menoleransi typo ketikan member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Tebak Judul &amp; Penyanyi: Poin bertingkat berdasarkan kecepatan merespons jawaban di chat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Visual Audio Card: Embed interaktif menghitung mundur 30 detik potongan lagu di 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EE75C"/>
                </a:solidFill>
              </a:defRPr>
            </a:pPr>
            <a:r>
              <a:t>Mode Kompetisi &amp; Integrasi Gacha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Mode Solo Play: Asah kemampuan dan uji wawasan musik secara mandiri di voice channel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Mode 1v1 Music Duel: Tantang teman satu server dalam duel turnamen tebak lagu 5-10 ronde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Papan Peringkat Server (Leaderboard): Statistik kemenangan dan rekor poin tersimpan permanen di database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Sinergi Hadiah Ekonomi Gacha: Pemenang turnamen tebak lagu langsung diganjar hadiah Tiket Gacha &amp; Stardust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Pemicu Obrolan Komunitas: Terbukti efektif mengumpulkan member ke Voice Channel tanpa paksaan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GAMIFIKASI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 3: Ekonomi Gacha, Alkimia Tempa, &amp; Perebutan Tahta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865F2"/>
                </a:solidFill>
              </a:defRPr>
            </a:pPr>
            <a:r>
              <a:t>Gacha Box &amp; Accelerated Pity System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5 Tingkat Kelangkaan Relik: Common (35%), Rare (32%), Epic (20%), Legendary (10%), Mythic (3%)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Sistem Jaminan (Pity): Dijamin dapat Epic+ setiap 5 tarikan, dan Legendary+ setiap 15 tarikan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Alkimia Fusion: Peleburan 3x Relik Legendary menjadi 1x Relik Mythic Tertinggi tanpa RNG gagal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Hadiah Harian (/gacha daily): Klaim rutin tiket gratis dengan streak bonus hari berturut-turut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Cross-Panel Navigation: Tombol tautan 1-klik berpindah antara #hadiah-harian dan #tarik-gacha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D4245"/>
                </a:solidFill>
              </a:defRPr>
            </a:pPr>
            <a:r>
              <a:t>Sistem Perebutan Tahta Server (Throne Duel)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Dynamic Throne Roles: Pemenang tahta mendapatkan gelar kehormatan otomatis dari bot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Permanent Roles Safeguard: Role tahta bersifat permanen dan aman saat bot restart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Dua Mode Penantang: Opsi menantang lawan secara Acak (Random) atau Memilih Lawan Spesifik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Pemisahan Saluran Cerdas (/gacha setchannel):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Saluran Interaksi: Tarik gacha privat (ephemeral) tanpa mengotori ruang publik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Saluran Feed Pengumuman: Siaran otomatis saat member meraih relik Legendary / Mythic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Admin Award (/gacha award): Hak khusus admin memberikan hadiah tiket &amp; dust untuk event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EKONOMI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 4: Pelacak Voice Cerdas &amp; Perlindungan Anti-AFK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7F287"/>
                </a:solidFill>
              </a:defRPr>
            </a:pPr>
            <a:r>
              <a:t>Reward Voice &amp; Remainder Carryover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Insentif Keaktifan: Member aktif mengobrol di Voice Channel mendapat +15 Stardust &amp; +1 Tiket tiap 15 menit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Sistem Simpan Menit (No-Loss Carryover): Sisa durasi (misal 10 menit) tidak hilang saat disconnect, melainkan diteruskan pada sesi berikutnya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Sinkronisasi Berkala: Timer flush otomatis setiap 60 detik mencatat aktivitas ke storage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Statistik Komprehensif: Waktu total voice, waktu bersama teman (companion time), dan pencapaian terakumulasi rapi di kartu profil (/card)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Integrasi Langsung ke Ekonomi Gacha: Menghilangkan kebutuhan top-up uang asli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EE75C"/>
                </a:solidFill>
              </a:defRPr>
            </a:pPr>
            <a:r>
              <a:t>3-Lapis Proteksi Anti-AFK Tanpa Syarat Khusus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Tidak Wajib Channel AFK: Server bebas beroperasi normal tanpa perlu repot membuat saluran AFK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Lapis 1: Deteksi Mute &amp; Deafen Otomatis. Member yang mematikan mic (Self-Mute/Server-Mute) atau mematikan headset langsung dihentikan perhitungan reward-nya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Lapis 2: Anti-Farming Sendirian (No-Solitary Rule). Room wajib diisi minimal 2 member manusia non-bot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Lapis 3: Proteksi Teman Bicara Mute. Jika di room hanya ada 2 orang dan salah satunya mute/tidur, keduanya tidak dihitung farming hingga mic aktif kembali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Hasil: 100% mencegah tuyul/bot farming semalaman tanpa merugikan member yang benar-benar aktif mengobrol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KEAMANAN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 5: Dinding Keamanan Akun, Anti-Malware &amp; Anti-Spam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D4245"/>
                </a:solidFill>
              </a:defRPr>
            </a:pPr>
            <a:r>
              <a:t>Anti-Phishing &amp; Proteksi Pembajakan Akun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Pencegahan Kebocoran Token (Token Leak Guard): Hapus seketika pesan yang memuat User/Bot Token Discord sebelum disusupi hacker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Pemblokiran Trojan Token Grabber: Deteksi ekstensi file berbahaya (.exe, .scr, .bat, .vbs, .ps1, .apk, double extension) + Timeout 1 Jam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Anti-QR Code Login Scam: Menangkal jebakan scan QR Code yang mencuri sesi login Discord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Anti-Fake Game Beta Scam: Menangkal modus trojan berkedok 'try my game / test my game'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Database Domain Scam: Memblokir domain typosquatting nitro, steam scam, dan link pelacak IP (Grabify)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8C5F2"/>
                </a:solidFill>
              </a:defRPr>
            </a:pPr>
            <a:r>
              <a:t>Mesin Deteksi Anti-Spam Cerdas (Auto-Mod)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Rate-Limiting Flood Spam: Mengirim &gt;= 5 pesan dalam 4 detik langsung dihapus &amp; pelaku di-timeout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Duplikasi Pesan: Pesan identik berulang 3 kali berturut-turut otomatis dibersihkan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Mass Mention Shield: Tag &gt;= 5 user atau mention role massal tanpa izin langsung diblokir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Capslock &amp; Emoji Flood: Menghapus teriakan huruf kapital &gt;= 75% dan spam emoji &gt;= 8 buah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Peringatan Otomatis 5 Detik: Pesan teguran bot terhapus sendiri sehingga chatroom tetap bersih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Kekebalan Moderator &amp; Log Audit: Staff kebal filter, dan seluruh tindakan tercatat di /automod setlog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STUDI KASUS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Studi Kasus Keamanan: Deteksi Phishing, Scam Nitro, &amp; Token Stealer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D4245"/>
                </a:solidFill>
              </a:defRPr>
            </a:pPr>
            <a:r>
              <a:t>Kasus 1: Phishing Nitro Palsu</a:t>
            </a: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Skenario Serangan: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Akun member terkompromi (hacked) memposting link broadcast: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'@everyone Claim free Discord Nitro 3 months: dlscord-nitro.site/gift'</a:t>
            </a:r>
          </a:p>
          <a:p>
            <a:pPr>
              <a:defRPr sz="1050">
                <a:solidFill>
                  <a:srgbClr val="B5BAC1"/>
                </a:solidFill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Respon Otomatis Bot (&lt;0.2 detik):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1. Pesan dihapus instan dari obrolan publik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2. Pelaku dikenakan Discord Timeout 5 Menit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3. Bot mengirim embed peringatan bahaya phishing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4. Insiden dicatat di log staf moderasi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D4245"/>
                </a:solidFill>
              </a:defRPr>
            </a:pPr>
            <a:r>
              <a:t>Kasus 2: Trojan 'Test My Game'</a:t>
            </a: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Skenario Serangan: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Penyerang mengunggah file attachment: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'GameBetaDemo.exe' atau 'Setup.png.scr'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dengan teks: 'Tolong tes game indie buatan saya ya guys!'</a:t>
            </a:r>
          </a:p>
          <a:p>
            <a:pPr>
              <a:defRPr sz="1050">
                <a:solidFill>
                  <a:srgbClr val="B5BAC1"/>
                </a:solidFill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Respon Otomatis Bot (&lt;0.2 detik):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1. Ekstensi berbahaya (.exe / .scr) langsung diblokir &amp; dihapus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2. Pelaku di-timeout 1 Jam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3. Mengumumkan indikasi malware token grabber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4. Mencegah seluruh member lain mendownload trojan pencuri akun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8C5F2"/>
                </a:solidFill>
              </a:defRPr>
            </a:pPr>
            <a:r>
              <a:t>Kasus 3: Kebocoran Token Akun</a:t>
            </a: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Skenario Kesalahan: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Developer atau member tidak sengaja paste User Token atau Bot Token di chatroom publik: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'OTk3MjE2... (59+ karakter)'</a:t>
            </a:r>
          </a:p>
          <a:p>
            <a:pPr>
              <a:defRPr sz="1050">
                <a:solidFill>
                  <a:srgbClr val="B5BAC1"/>
                </a:solidFill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Respon Otomatis Bot (&lt;0.2 detik):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1. Regex Token mendeteksi pola token Discord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2. Pesan langsung dihapus seketika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3. Isi token disamarkan [REDACTED] di log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4. Bot mengirim pesan darurat agar korban segera reset token sebelum akun dibajak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STUDI KASUS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Studi Kasus &amp; Contoh Penggunaan: Anti-Spam &amp; Voice Anti-AFK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865F2"/>
                </a:solidFill>
              </a:defRPr>
            </a:pPr>
            <a:r>
              <a:t>Kasus 4: Serangan Fast Flood &amp; Mass Mention</a:t>
            </a:r>
          </a:p>
          <a:p>
            <a:pPr>
              <a:spcBef>
                <a:spcPts val="600"/>
              </a:spcBef>
              <a:defRPr sz="1100" b="1">
                <a:solidFill>
                  <a:srgbClr val="FEE75C"/>
                </a:solidFill>
              </a:defRPr>
            </a:pPr>
            <a:r>
              <a:t>Skenario Serangan:</a:t>
            </a:r>
          </a:p>
          <a:p>
            <a:pPr>
              <a:defRPr sz="1100">
                <a:solidFill>
                  <a:srgbClr val="B5BAC1"/>
                </a:solidFill>
              </a:defRPr>
            </a:pPr>
            <a:r>
              <a:t>Spammer atau bot penyerang mengirimkan 6 pesan berturut-turut dalam 3 detik, atau men-tag 5 member sekaligus di obrolan umum.</a:t>
            </a:r>
          </a:p>
          <a:p>
            <a:pPr>
              <a:defRPr sz="1100">
                <a:solidFill>
                  <a:srgbClr val="B5BAC1"/>
                </a:solidFill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FEE75C"/>
                </a:solidFill>
              </a:defRPr>
            </a:pPr>
            <a:r>
              <a:t>Alur Penanganan Bot:</a:t>
            </a:r>
          </a:p>
          <a:p>
            <a:pPr>
              <a:defRPr sz="1100">
                <a:solidFill>
                  <a:srgbClr val="B5BAC1"/>
                </a:solidFill>
              </a:defRPr>
            </a:pPr>
            <a:r>
              <a:t>• Sliding-Window Tracker mendeteksi frekuensi &gt; 5 pesan / 4 detik.</a:t>
            </a:r>
          </a:p>
          <a:p>
            <a:pPr>
              <a:defRPr sz="1100">
                <a:solidFill>
                  <a:srgbClr val="B5BAC1"/>
                </a:solidFill>
              </a:defRPr>
            </a:pPr>
            <a:r>
              <a:t>• Bot menghapus seluruh pesan spam dari obrolan secara otomatis.</a:t>
            </a:r>
          </a:p>
          <a:p>
            <a:pPr>
              <a:defRPr sz="1100">
                <a:solidFill>
                  <a:srgbClr val="B5BAC1"/>
                </a:solidFill>
              </a:defRPr>
            </a:pPr>
            <a:r>
              <a:t>• Pelaku langsung dijatuhi hukuman Discord Timeout 5 Menit.</a:t>
            </a:r>
          </a:p>
          <a:p>
            <a:pPr>
              <a:defRPr sz="1100">
                <a:solidFill>
                  <a:srgbClr val="B5BAC1"/>
                </a:solidFill>
              </a:defRPr>
            </a:pPr>
            <a:r>
              <a:t>• Bot mengirimkan embed peringatan: 'Tindakan spam terdeteksi!'</a:t>
            </a:r>
          </a:p>
          <a:p>
            <a:pPr>
              <a:defRPr sz="1100">
                <a:solidFill>
                  <a:srgbClr val="B5BAC1"/>
                </a:solidFill>
              </a:defRPr>
            </a:pPr>
            <a:r>
              <a:t>• Anti-Clutter Guard: Embed peringatan terhapus otomatis setelah 5 detik, sehingga obrolan server tetap bersih dan nyaman dibaca.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7F287"/>
                </a:solidFill>
              </a:defRPr>
            </a:pPr>
            <a:r>
              <a:t>Kasus 5: Voice Anti-AFK (Mute vs Aktif)</a:t>
            </a: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Skenario A (Farming Mute / Tuyul Voice):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Member masuk Voice Channel lalu mematikan mic (Self-Mute) atau mematikan headset (Deafen) seharian untuk menimbun tiket gacha gratis.</a:t>
            </a:r>
          </a:p>
          <a:p>
            <a:pPr>
              <a:defRPr sz="1050" b="1">
                <a:solidFill>
                  <a:srgbClr val="57F287"/>
                </a:solidFill>
              </a:defRPr>
            </a:pPr>
            <a:r>
              <a:t>➜ Hasil Bot: 0 Menit Dihitung. Sistem mendeteksi status mute/deafened dan langsung memblokir pemberian reward.</a:t>
            </a:r>
          </a:p>
          <a:p>
            <a:pPr>
              <a:defRPr sz="1050">
                <a:solidFill>
                  <a:srgbClr val="B5BAC1"/>
                </a:solidFill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Skenario B (Farming Sendirian di Room Sepi):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Member masuk ke room kosong sendirian tanpa ada rekan lain.</a:t>
            </a:r>
          </a:p>
          <a:p>
            <a:pPr>
              <a:defRPr sz="1050" b="1">
                <a:solidFill>
                  <a:srgbClr val="57F287"/>
                </a:solidFill>
              </a:defRPr>
            </a:pPr>
            <a:r>
              <a:t>➜ Hasil Bot: 0 Menit Dihitung (Aturan No-Solitary Rule).</a:t>
            </a:r>
          </a:p>
          <a:p>
            <a:pPr>
              <a:defRPr sz="1050">
                <a:solidFill>
                  <a:srgbClr val="B5BAC1"/>
                </a:solidFill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Skenario C (Obrolan Aktif Komunitas):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2+ member mengobrol dengan mic menyala selama 45 menit.</a:t>
            </a:r>
          </a:p>
          <a:p>
            <a:pPr>
              <a:defRPr sz="1050" b="1">
                <a:solidFill>
                  <a:srgbClr val="57F287"/>
                </a:solidFill>
              </a:defRPr>
            </a:pPr>
            <a:r>
              <a:t>➜ Hasil Bot: Mendapatkan 3x Reward (+45 Stardust &amp; +3 Tiket Gacha)!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ALUR INTERAKSI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Contoh Penggunaan: Redirection Saluran Gacha &amp; Perebutan Tahta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865F2"/>
                </a:solidFill>
              </a:defRPr>
            </a:pPr>
            <a:r>
              <a:t>Kasus 6: Redirection Gacha ke Saluran Khusus</a:t>
            </a: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Masalah Umum Server: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Member sering mengetik command game di channel umum (#chat-santai), sehingga menenggelamkan obrolan antar pengguna.</a:t>
            </a:r>
          </a:p>
          <a:p>
            <a:pPr>
              <a:defRPr sz="1050">
                <a:solidFill>
                  <a:srgbClr val="B5BAC1"/>
                </a:solidFill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Solusi Cerdas Qumpruy Bot: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1. Member mengetik '/gacha pull' di #chat-santai.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2. Bot membalas dengan Ephemeral Message (hanya bisa dibaca oleh member tersebut, tidak tampak oleh orang lain):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   'Perintah Tarik Gacha dialokasikan khusus di #tarik-gacha.'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3. Tombol Tautan Interaktif: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   Bot menyertakan tombol [Menuju ke #tarik-gacha].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4. Member cukup klik 1x tombol tersebut, dan Discord otomatis memindahkan layar ke saluran gacha!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5. Chatroom umum tetap bersih 100% dari spam 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D4245"/>
                </a:solidFill>
              </a:defRPr>
            </a:pPr>
            <a:r>
              <a:t>Kasus 7: Duel Perebutan Tahta (Throne Duel)</a:t>
            </a:r>
          </a:p>
          <a:p>
            <a:pPr>
              <a:spcBef>
                <a:spcPts val="400"/>
              </a:spcBef>
              <a:defRPr sz="1050" b="1">
                <a:solidFill>
                  <a:srgbClr val="FEE75C"/>
                </a:solidFill>
              </a:defRPr>
            </a:pPr>
            <a:r>
              <a:t>Alur Interaksi Perebutan Tahta Server: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1. Pengecekan Status: Member mengecek kaisar saat ini via '/gacha throne'.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2. Menantang Tahta: Member mengetik '/gacha challenge' untuk menantang penguasa tahta.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3. Duel Turn-Based Interaktif: Bot memandu pertarungan adu strategi berdasarkan koleksi relik dan power level.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4. Pemenang Menggulingkan Kaisar (Kudeta Berhasil):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   • Bot mencabut role tahta dari kaisar lama.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   • Memberikan gelar role 'Dusk Sovereign' atau 'Emperor' ke pemenang.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   • Menyiarkan pengumuman kemenangan megah ke feed server.</a:t>
            </a:r>
          </a:p>
          <a:p>
            <a:pPr>
              <a:defRPr sz="1050">
                <a:solidFill>
                  <a:srgbClr val="B5BAC1"/>
                </a:solidFill>
              </a:defRPr>
            </a:pPr>
            <a:r>
              <a:t>5. Permanent Role Safeguard: Role kaisar tersimpan aman di database dan tidak akan hilang meskipun bot restart.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FITUR KOMUNITAS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 6: Utilitas Komunitas, Profiling &amp; Otomasi Sosial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865F2"/>
                </a:solidFill>
              </a:defRPr>
            </a:pPr>
            <a:r>
              <a:t>Member Identity &amp; Demografi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Kartu Profil Canvas (/card &amp; /setcard): Menghasilkan kartu identitas visual lengkap dengan durasi voice, gelar, dan lencana kehormatan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Peta Sebaran Member (/membermap): Visualisasi daerah asal member di seluruh provinsi Indonesia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Sistem Gelar Kehormatan (/achievements): Lencana otomatis berdasarkan milestone loyalitas di server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Detail Informasi (/userinfo &amp; /serverinfo): Informasi mendalam akun member, tanggal join, serta statistik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7F287"/>
                </a:solidFill>
              </a:defRPr>
            </a:pPr>
            <a:r>
              <a:t>Otomasi Interaksi &amp; Pengingat Jadwal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Kapsul Waktu (/timecapsule): Menyimpan pesan rahasia masa depan yang akan dikirimkan otomatis via DM atau saluran publik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Manajemen Event (/event): Pendaftaran acara server, sistem RSVP satu klik, dan alarm pengingat otomatis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Sistem Ulang Tahun (/birthday): Ucapan hangat otomatis sesuai zona waktu WIB beserta pemberian role spesial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Sapaan Otomatis (/qwelcome, /qmorning, /qnight): Sambutan member baru, ucapan pagi ceria berisikan rules server, dan pengingat tidur malam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Polling Interaktif (/poll) &amp; Status AFK (/afk) dengan auto-mention responder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MODERASI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 7: Penegakan Hukum Server, Sistem Penjara &amp; 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D4245"/>
                </a:solidFill>
              </a:defRPr>
            </a:pPr>
            <a:r>
              <a:t>Moderasi Terstruktur &amp; Sistem Penjara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Perintah Moderasi Lengkap: /mod warn (teguran), /mod warnings (riwayat), /mod clearwarns, /mod mute, /mod unmute, /mod kick, /mod ban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Pembersihan Pesan Massal (/clear &amp; /qclear): Membersihkan chat hingga 500 pesan sekaligus dengan filter batas 14 hari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Sistem Penjara Terisolasi (/fun jail &amp; /fun jailsetup): Mencabut izin dan mengurung pelanggar ke channel teks &amp; voice penjara khusus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Penegakan Voice Penjara: Menyeret paksa tahanan kembali ke ruang penjara jika mencoba melarikan diri ke voice channel lain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Sistem Jaminan &amp; Bebas (/fun bail): Moderator dapat membebaskan tahanan lebih awal, atau bebas otomatis saat masa hukuman berakhir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EE75C"/>
                </a:solidFill>
              </a:defRPr>
            </a:pPr>
            <a:r>
              <a:t>Pencadangan Database &amp; Mini-Games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Pencadangan Cloud (/backup): Ekspor seluruh basis data bot (gacha, kuis, setting, statistik) menjadi 1 file terkompresi (.json.gz) dengan tautan unduhan sekali klik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Pemulihan Mudah: File cadangan dapat langsung dimasukkan kembali ke folder data/ saat migrasi server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Fitur Hiburan Santai (/fun):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/fun roast (Roasting lucu antar member)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/fun fakequote (Membuat quote palsu ala tokoh)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/fun wanted (Poster buronan barat koboi)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  - /fun dice, /fun coinflip, /fun 8ball (Keputusan cepat)</a:t>
            </a:r>
          </a:p>
          <a:p>
            <a:pPr>
              <a:spcBef>
                <a:spcPts val="800"/>
              </a:spcBef>
              <a:defRPr sz="1150">
                <a:solidFill>
                  <a:srgbClr val="B5BAC1"/>
                </a:solidFill>
              </a:defRPr>
            </a:pPr>
            <a:r>
              <a:t>• Dukungan Owner Mandiri: /leave untuk memutus bot darurat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DIREKTORI PERINTAH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Katalog Lengkap: Direktori 45 Slash Commands Qumpruy 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C5F2"/>
                </a:solidFill>
              </a:defRPr>
            </a:pPr>
            <a:r>
              <a:t>Musik &amp; Audio (17)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/play, /search, /nowplaying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/queue, /skip, /pause, /resume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/stop, /volume, /loop, /shuffle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/seek, /lyrics, /filter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/autoplay, /q247, /clearqueue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6032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EE75C"/>
                </a:solidFill>
              </a:defRPr>
            </a:pPr>
            <a:r>
              <a:t>Gacha, Tahta &amp; Kuis (11)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/gacha pull (1x / 10x)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/gacha daily, /gacha inventory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/gacha fuse, /gacha shop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/gacha challenge, /gacha throne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/gacha setchannel, /gacha panel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/gacha award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/musicquiz (Solo &amp; 1v1)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6032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4245"/>
                </a:solidFill>
              </a:defRPr>
            </a:pPr>
            <a:r>
              <a:t>Keamanan &amp; Moderasi (14)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/automod status, /automod toggle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/automod setlog, /automod addword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/automod delword, /automod whitelist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/mod warn, /mod warnings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/mod clearwarns, /mod mute, /mod unmute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/mod kick, /mod ban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/clear &amp; /qclear (1-500 chat)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6032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7F287"/>
                </a:solidFill>
              </a:defRPr>
            </a:pPr>
            <a:r>
              <a:t>Komunitas &amp; Utilitas (16)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/card, /setcard, /membermap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/birthday, /timecapsule, /event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/achievements, /afk, /poll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/announce, /backup, /userinfo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/serverinfo, /ping, /help</a:t>
            </a:r>
          </a:p>
          <a:p>
            <a:pPr>
              <a:spcBef>
                <a:spcPts val="600"/>
              </a:spcBef>
              <a:defRPr sz="1050">
                <a:solidFill>
                  <a:srgbClr val="B5BAC1"/>
                </a:solidFill>
              </a:defRPr>
            </a:pPr>
            <a:r>
              <a:t>• /fun (jail, roast, etc), /leave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191C"/>
          </a:solidFill>
          <a:ln w="15240">
            <a:solidFill>
              <a:srgbClr val="18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65F2"/>
                </a:solidFill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Ringkasan Eksekutif, Dampak Komunitas, &amp; Sesi Tanya Jawab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7F287"/>
                </a:solidFill>
              </a:defRPr>
            </a:pPr>
            <a:r>
              <a:t>Dampak Nyata Terhadap Komunitas Server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Retensi Member Meningkat Drastis: Integrasi Voice Tracker, Music Quiz, dan Gacha membuat member betah mengobrol di voice channel berjam-jam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Keamanan Terjamin 24/7: Serangan bot spammer, phishing link, dan malware trojan tertangkal otomatis tanpa menunggu moderator online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Ekosistem Mandiri &amp; Teratur: Pengalihan saluran khusus (Channel Redirection) menjaga ruang obrolan publik tetap bersih dan tertib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Nol Biaya Tambahan: Seluruh sistem ekonomi dan gamifikasi berjalan secara komunal dan adil tanpa pay-to-win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B2D31"/>
          </a:solidFill>
          <a:ln w="15240">
            <a:solidFill>
              <a:srgbClr val="3C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865F2"/>
                </a:solidFill>
              </a:defRPr>
            </a:pPr>
            <a:r>
              <a:t>Statistik Proyek &amp; Penutup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Total 45 Slash Commands aktif dan terverifikasi 100% bebas error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Desain Minimalis Sleek: Bersih dari tumpukan emoji dan berorientasi pada kenyamanan pengguna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Reliabilitas Tinggi: Mekanisme auto-recovery, restart safe, dan data persistence teruji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Terima Kasih atas Perhatian Anda!</a:t>
            </a:r>
          </a:p>
          <a:p>
            <a:pPr>
              <a:spcBef>
                <a:spcPts val="1000"/>
              </a:spcBef>
              <a:defRPr sz="1150">
                <a:solidFill>
                  <a:srgbClr val="B5BAC1"/>
                </a:solidFill>
              </a:defRPr>
            </a:pPr>
            <a:r>
              <a:t>• Silakan ajukan pertanyaan, masukan, atau skenario pengujian langsung.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